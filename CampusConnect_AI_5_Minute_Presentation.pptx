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20 seconds. Introduce yourself and the project. Say: Good morning. My project is CampusConnect AI, a smart campus companion that brings common student services together in one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35 seconds. Explain the student problems: finding campus places, locating support information, and tracking tasks. Information can be scattered across different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35 seconds. Explain the solution as a single dashboard with navigation, support resources, and personal organization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45 seconds. Walk through the six features briefly. Explain the benefit of each rather than reading every card word-for-word.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40 seconds. Explain the technologies accurately: HTML structures the page, CSS styles it, JavaScript adds interactions, and Google Maps provides external directions. The uploaded artifact is an HTML/CSS/JavaScript front end; mention Python as the planned backend if that matches your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45 seconds. Describe the user journey. If giving a live demo, type a destination such as Central Library and show Google Maps opening. The map overview is illustrative rather than a surveyed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45 seconds. Be transparent about limitations and future scope. The assistant uses predefined responses; events and tasks are not saved to a backend database; contacts and policies need official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15 seconds. Close with the benefit of bringing common campus services into one place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822960"/>
            <a:ext cx="4114800" cy="4114800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291840"/>
            <a:ext cx="3383280" cy="3383280"/>
          </a:xfrm>
          <a:prstGeom prst="ellipse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103120"/>
            <a:ext cx="1828800" cy="1828800"/>
          </a:xfrm>
          <a:prstGeom prst="ellipse">
            <a:avLst/>
          </a:prstGeom>
          <a:solidFill>
            <a:srgbClr val="25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772400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CAMPUSCONNECT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694944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5DB0FF"/>
                </a:solidFill>
                <a:latin typeface="Aptos"/>
              </a:defRPr>
            </a:pPr>
            <a:r>
              <a:t>A Smart Campus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658368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One place for campus navigation, student support,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and everyday academic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3291840" cy="530352"/>
          </a:xfrm>
          <a:prstGeom prst="round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79392"/>
            <a:ext cx="301752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5-MINUTE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1323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2E0F5"/>
                </a:solidFill>
                <a:latin typeface="Aptos"/>
              </a:defRPr>
            </a:pPr>
            <a:r>
              <a:t>Presented by: [Your Name]  |  Python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Campus information is often spread across different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132588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325880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4572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F69E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865376"/>
            <a:ext cx="429768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Finding 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240280"/>
            <a:ext cx="4297680" cy="7589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Students may need help locating buildings, hostels, the library or the mess.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12080" cy="132588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1325880"/>
          </a:xfrm>
          <a:prstGeom prst="rect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874519"/>
            <a:ext cx="4572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94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865376"/>
            <a:ext cx="429768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Getting reliable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2240280"/>
            <a:ext cx="4297680" cy="7589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Rules, office contacts and Wi-Fi help can take time to find.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5212080" cy="132588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566160"/>
            <a:ext cx="4572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5A6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557016"/>
            <a:ext cx="4297680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Keeping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931920"/>
            <a:ext cx="4297680" cy="7589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Classes, events and assignment deadlines need separate reminders.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29000"/>
            <a:ext cx="5212080" cy="1325880"/>
          </a:xfrm>
          <a:prstGeom prst="roundRect">
            <a:avLst/>
          </a:prstGeom>
          <a:solidFill>
            <a:srgbClr val="D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75887"/>
            <a:ext cx="146304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2947A"/>
                </a:solidFill>
                <a:latin typeface="Aptos"/>
              </a:defRPr>
            </a:pPr>
            <a:r>
              <a:t>OUR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4526280" cy="56692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749"/>
                </a:solidFill>
                <a:latin typeface="Aptos"/>
              </a:defRPr>
            </a:pPr>
            <a:r>
              <a:t>Bring common campus services together in one simple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Our Solution: One Campus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CampusConnect AI brings key student tools into one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4736592" y="2331720"/>
            <a:ext cx="2697480" cy="1828800"/>
          </a:xfrm>
          <a:prstGeom prst="ellipse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1768" y="2816352"/>
            <a:ext cx="2194560" cy="73152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CampusConnect</a:t>
            </a:r>
          </a:p>
          <a:p>
            <a:pPr algn="ctr">
              <a:spcAft>
                <a:spcPts val="7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337560" cy="114300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73152" cy="1143000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65376"/>
            <a:ext cx="2953511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Navigate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2953511" cy="5760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Search destinations and open Google Maps directions.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337560" cy="114300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73152" cy="1143000"/>
          </a:xfrm>
          <a:prstGeom prst="rect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65376"/>
            <a:ext cx="2953511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Get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240280"/>
            <a:ext cx="2953511" cy="5760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Browse contacts, rules and Wi-Fi troubleshooting.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3337560" cy="114300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977639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105655"/>
            <a:ext cx="2953511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Stay organized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80559"/>
            <a:ext cx="2953511" cy="5760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Add events and track assignment deadlines.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77639"/>
            <a:ext cx="3337560" cy="114300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3977639"/>
            <a:ext cx="73152" cy="1143000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4105655"/>
            <a:ext cx="2953511" cy="310896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Ask the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480559"/>
            <a:ext cx="2953511" cy="5760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Get demo guidance for common campus questions.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257800"/>
            <a:ext cx="44348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62738C"/>
                </a:solidFill>
                <a:latin typeface="Aptos"/>
              </a:defRPr>
            </a:pPr>
            <a:r>
              <a:t>Simple • Accessible • Student-focused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Designed around common student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F69E8"/>
                </a:solidFill>
                <a:latin typeface="Aptos"/>
              </a:defRPr>
            </a:pPr>
            <a:r>
              <a:t>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Campus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Search destinations and open Google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56232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2947A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89280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Rules &amp; Regulations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0487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Search general guidelines by keyword or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856232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F69E8"/>
                </a:solidFill>
                <a:latin typeface="Aptos"/>
              </a:defRPr>
            </a:pPr>
            <a:r>
              <a:t>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89280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Contact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40487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Find the relevant office or support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1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2947A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58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Wi-Fi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Follow step-by-step troubleshooting suggestions.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22191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F69E8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3858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Classes &amp;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37083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Add personal events with date and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57600"/>
            <a:ext cx="3337560" cy="15087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3822191"/>
            <a:ext cx="5029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2947A"/>
                </a:solidFill>
                <a:latin typeface="Aptos"/>
              </a:defRPr>
            </a:pPr>
            <a:r>
              <a:t>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3858768"/>
            <a:ext cx="2331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Assignment Deadlines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370832"/>
            <a:ext cx="288036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Add tasks and mark them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A lightweight web interface with interactive JavaScript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37944"/>
            <a:ext cx="384048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19072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749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28216"/>
            <a:ext cx="722376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38C"/>
                </a:solidFill>
                <a:latin typeface="Aptos"/>
              </a:defRPr>
            </a:pPr>
            <a:r>
              <a:t>Structures the dashboard, forms and content sections.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1" y="2258568"/>
            <a:ext cx="36576" cy="457200"/>
          </a:xfrm>
          <a:prstGeom prst="rect">
            <a:avLst/>
          </a:prstGeom>
          <a:solidFill>
            <a:srgbClr val="DE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715768"/>
            <a:ext cx="566928" cy="566928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384048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743200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749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52344"/>
            <a:ext cx="722376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38C"/>
                </a:solidFill>
                <a:latin typeface="Aptos"/>
              </a:defRPr>
            </a:pPr>
            <a:r>
              <a:t>Styles the layout, cards, navigation and responsive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1" y="3282696"/>
            <a:ext cx="36576" cy="457200"/>
          </a:xfrm>
          <a:prstGeom prst="rect">
            <a:avLst/>
          </a:prstGeom>
          <a:solidFill>
            <a:srgbClr val="DE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9896"/>
            <a:ext cx="566928" cy="566928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384048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67328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74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76472"/>
            <a:ext cx="722376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38C"/>
                </a:solidFill>
                <a:latin typeface="Aptos"/>
              </a:defRPr>
            </a:pPr>
            <a:r>
              <a:t>Handles navigation, filtering, demo answers and task lists.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1" y="4306824"/>
            <a:ext cx="36576" cy="457200"/>
          </a:xfrm>
          <a:prstGeom prst="rect">
            <a:avLst/>
          </a:prstGeom>
          <a:solidFill>
            <a:srgbClr val="DE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764024"/>
            <a:ext cx="566928" cy="566928"/>
          </a:xfrm>
          <a:prstGeom prst="ellipse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10328"/>
            <a:ext cx="384048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791456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749"/>
                </a:solidFill>
                <a:latin typeface="Aptos"/>
              </a:defRPr>
            </a:pPr>
            <a:r>
              <a:t>Google 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00600"/>
            <a:ext cx="722376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38C"/>
                </a:solidFill>
                <a:latin typeface="Aptos"/>
              </a:defRPr>
            </a:pPr>
            <a:r>
              <a:t>Opens external map searches and walking directions.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52760" cy="438912"/>
          </a:xfrm>
          <a:prstGeom prst="roundRect">
            <a:avLst/>
          </a:prstGeom>
          <a:solidFill>
            <a:srgbClr val="D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916168"/>
            <a:ext cx="10241280" cy="2011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2947A"/>
                </a:solidFill>
                <a:latin typeface="Aptos"/>
              </a:defRPr>
            </a:pPr>
            <a:r>
              <a:t>Note: The assistant uses predefined demo responses; it is not connected to a live AI model or college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Example User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How a student might use the website in a few clicks.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514600" cy="21945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67712"/>
            <a:ext cx="502920" cy="502920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395728"/>
            <a:ext cx="2286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14884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Choose Campus Navigator.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8036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F69E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57400"/>
            <a:ext cx="2514600" cy="2194560"/>
          </a:xfrm>
          <a:prstGeom prst="roundRect">
            <a:avLst/>
          </a:prstGeom>
          <a:solidFill>
            <a:srgbClr val="D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2267712"/>
            <a:ext cx="502920" cy="502920"/>
          </a:xfrm>
          <a:prstGeom prst="ellipse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2395728"/>
            <a:ext cx="2286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Enter destination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520440"/>
            <a:ext cx="214884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Type “Central Library” or pick a quick destination.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88036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F69E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057400"/>
            <a:ext cx="2514600" cy="219456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29400" y="2267712"/>
            <a:ext cx="502920" cy="502920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395728"/>
            <a:ext cx="2286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Open directions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20440"/>
            <a:ext cx="214884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Google Maps opens with IIT Bhilai as the starting 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880360"/>
            <a:ext cx="32004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F69E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057400"/>
            <a:ext cx="2514600" cy="2194560"/>
          </a:xfrm>
          <a:prstGeom prst="roundRect">
            <a:avLst/>
          </a:prstGeom>
          <a:solidFill>
            <a:srgbClr val="D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59" y="2267712"/>
            <a:ext cx="502920" cy="502920"/>
          </a:xfrm>
          <a:prstGeom prst="ellipse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37776" y="2395728"/>
            <a:ext cx="228600" cy="1828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2749"/>
                </a:solidFill>
                <a:latin typeface="Aptos"/>
              </a:defRPr>
            </a:pPr>
            <a:r>
              <a:t>Return to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3520440"/>
            <a:ext cx="214884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Find Wi-Fi help, rules, events or deadlines as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38C"/>
                </a:solidFill>
                <a:latin typeface="Aptos"/>
              </a:defRPr>
            </a:pPr>
            <a:r>
              <a:t>The campus overview graphic is illustrative; confirm exact building locations on a real map.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749"/>
                </a:solidFill>
                <a:latin typeface="Aptos"/>
              </a:defRPr>
            </a:pPr>
            <a:r>
              <a:t>Current Status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9264"/>
            <a:ext cx="685800" cy="54864"/>
          </a:xfrm>
          <a:prstGeom prst="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7899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38C"/>
                </a:solidFill>
                <a:latin typeface="Aptos"/>
              </a:defRPr>
            </a:pPr>
            <a:r>
              <a:t>What works today—and what can be improved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657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6273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3611880"/>
          </a:xfrm>
          <a:prstGeom prst="round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480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F69E8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Responsive dashboard and section navigation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Searchable rules and Wi-Fi guidance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Personal event and deadline lists while the page is open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Google Maps links for directions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Predefined assistant responses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57800" cy="3611880"/>
          </a:xfrm>
          <a:prstGeom prst="roundRect">
            <a:avLst/>
          </a:prstGeom>
          <a:solidFill>
            <a:srgbClr val="DC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48056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947A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514600"/>
            <a:ext cx="4526280" cy="2286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Connect a Python backend (for example, Flask or Django)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Save events and deadlines in a database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Add verified official contacts and campus policies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Integrate a real AI model and college data securely</a:t>
            </a:r>
          </a:p>
          <a:p>
            <a:pPr>
              <a:spcAft>
                <a:spcPts val="700"/>
              </a:spcAft>
              <a:defRPr sz="1500" b="0">
                <a:solidFill>
                  <a:srgbClr val="23324A"/>
                </a:solidFill>
                <a:latin typeface="Aptos"/>
              </a:defRPr>
            </a:pPr>
            <a:r>
              <a:t>• Improve accurate indoor/campus map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2738C"/>
                </a:solidFill>
                <a:latin typeface="Aptos"/>
              </a:defRPr>
            </a:pPr>
            <a:r>
              <a:t>Contact details and policy examples should be verified with official college 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05840"/>
            <a:ext cx="4114800" cy="4114800"/>
          </a:xfrm>
          <a:prstGeom prst="ellipse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840480"/>
            <a:ext cx="3383280" cy="3383280"/>
          </a:xfrm>
          <a:prstGeom prst="ellipse">
            <a:avLst/>
          </a:prstGeom>
          <a:solidFill>
            <a:srgbClr val="129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486400" cy="685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48640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5DB0FF"/>
                </a:solidFill>
                <a:latin typeface="Aptos"/>
              </a:defRPr>
            </a:pPr>
            <a:r>
              <a:t>CampusConnect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583680" cy="914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Making campus information easier to access</a:t>
            </a:r>
          </a:p>
          <a:p>
            <a:pPr>
              <a:spcAft>
                <a:spcPts val="7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through one simple student-focused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2011680" cy="502920"/>
          </a:xfrm>
          <a:prstGeom prst="roundRect">
            <a:avLst/>
          </a:prstGeom>
          <a:solidFill>
            <a:srgbClr val="1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6227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2E0F5"/>
                </a:solidFill>
                <a:latin typeface="Aptos"/>
              </a:defRPr>
            </a:pPr>
            <a:r>
              <a:t>Presented by: [Your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